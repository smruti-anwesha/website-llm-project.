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67485" y="563880"/>
            <a:ext cx="9144000" cy="149733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charset="0"/>
                <a:cs typeface="Times New Roman" panose="02020603050405020304" charset="0"/>
              </a:rPr>
              <a:t>Project 1: Website Development Agent Proposal</a:t>
            </a:r>
            <a:endParaRPr lang="en-US" sz="4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513330"/>
            <a:ext cx="9144000" cy="4154805"/>
          </a:xfrm>
        </p:spPr>
        <p:txBody>
          <a:bodyPr/>
          <a:lstStyle/>
          <a:p>
            <a:pPr algn="ctr"/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Presented by : Smruti Anwesha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Student ID : 200029730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sz="2800" b="1">
                <a:latin typeface="Times New Roman" panose="02020603050405020304" charset="0"/>
                <a:cs typeface="Times New Roman" panose="02020603050405020304" charset="0"/>
              </a:rPr>
              <a:t>Chosen Domain</a:t>
            </a:r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: Website Developement Agent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sz="2800" b="1">
                <a:latin typeface="Times New Roman" panose="02020603050405020304" charset="0"/>
                <a:cs typeface="Times New Roman" panose="02020603050405020304" charset="0"/>
              </a:rPr>
              <a:t>Goal of Agent</a:t>
            </a:r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To generate a complete, structured HTML/CSS websites from natural language prompts.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endParaRPr lang="en-US"/>
          </a:p>
          <a:p>
            <a:pPr algn="l"/>
            <a:endParaRPr lang="en-US"/>
          </a:p>
          <a:p>
            <a:pPr algn="l"/>
            <a:endParaRPr lang="en-US" sz="2000"/>
          </a:p>
          <a:p>
            <a:pPr algn="l"/>
            <a:endParaRPr lang="en-US"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0825"/>
            <a:ext cx="10515600" cy="597535"/>
          </a:xfrm>
        </p:spPr>
        <p:txBody>
          <a:bodyPr>
            <a:normAutofit fontScale="90000"/>
          </a:bodyPr>
          <a:p>
            <a:pPr algn="ctr"/>
            <a:r>
              <a:rPr lang="en-US" sz="3600">
                <a:latin typeface="Times New Roman" panose="02020603050405020304" charset="0"/>
                <a:cs typeface="Times New Roman" panose="02020603050405020304" charset="0"/>
              </a:rPr>
              <a:t>Structured-Agent Architechture</a:t>
            </a:r>
            <a:endParaRPr lang="en-US" sz="3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48995"/>
            <a:ext cx="10515600" cy="5922645"/>
          </a:xfrm>
        </p:spPr>
        <p:txBody>
          <a:bodyPr>
            <a:noAutofit/>
          </a:bodyPr>
          <a:p>
            <a:pPr marL="0" indent="0">
              <a:buFont typeface="+mj-lt"/>
              <a:buNone/>
            </a:pPr>
            <a:r>
              <a:rPr lang="en-US" sz="2000">
                <a:latin typeface="Times New Roman" panose="02020603050405020304" charset="0"/>
                <a:cs typeface="Times New Roman" panose="02020603050405020304" charset="0"/>
              </a:rPr>
              <a:t>1.  Planner (LLM call):</a:t>
            </a:r>
            <a:endParaRPr 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50">
                <a:latin typeface="Times New Roman" panose="02020603050405020304" charset="0"/>
                <a:cs typeface="Times New Roman" panose="02020603050405020304" charset="0"/>
                <a:sym typeface="+mn-ea"/>
              </a:rPr>
              <a:t>Analyze your request</a:t>
            </a:r>
            <a:endParaRPr lang="en-US" sz="185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50">
                <a:latin typeface="Times New Roman" panose="02020603050405020304" charset="0"/>
                <a:cs typeface="Times New Roman" panose="02020603050405020304" charset="0"/>
                <a:sym typeface="+mn-ea"/>
              </a:rPr>
              <a:t>Identify website type and required section and produce structured layout</a:t>
            </a:r>
            <a:endParaRPr lang="en-US" sz="185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+mj-lt"/>
              <a:buNone/>
            </a:pPr>
            <a:r>
              <a:rPr lang="en-US" sz="2000">
                <a:latin typeface="Times New Roman" panose="02020603050405020304" charset="0"/>
                <a:cs typeface="Times New Roman" panose="02020603050405020304" charset="0"/>
              </a:rPr>
              <a:t>2.  Generator (LLM call):</a:t>
            </a:r>
            <a:endParaRPr 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+mj-lt"/>
              <a:buNone/>
            </a:pPr>
            <a:r>
              <a:rPr lang="en-US" sz="1850">
                <a:latin typeface="Times New Roman" panose="02020603050405020304" charset="0"/>
                <a:cs typeface="Times New Roman" panose="02020603050405020304" charset="0"/>
              </a:rPr>
              <a:t>Generates semantic HTML</a:t>
            </a:r>
            <a:endParaRPr lang="en-US" sz="185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+mj-lt"/>
              <a:buNone/>
            </a:pPr>
            <a:r>
              <a:rPr lang="en-US" sz="1850">
                <a:latin typeface="Times New Roman" panose="02020603050405020304" charset="0"/>
                <a:cs typeface="Times New Roman" panose="02020603050405020304" charset="0"/>
              </a:rPr>
              <a:t>Generates semantic CSS styling</a:t>
            </a:r>
            <a:endParaRPr lang="en-US" sz="185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+mj-lt"/>
              <a:buNone/>
            </a:pPr>
            <a:endParaRPr 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+mj-lt"/>
              <a:buNone/>
            </a:pPr>
            <a:r>
              <a:rPr lang="en-US" sz="2000">
                <a:latin typeface="Times New Roman" panose="02020603050405020304" charset="0"/>
                <a:cs typeface="Times New Roman" panose="02020603050405020304" charset="0"/>
              </a:rPr>
              <a:t>3.  Validator (Rules and Optional LLM):</a:t>
            </a:r>
            <a:endParaRPr 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+mj-lt"/>
              <a:buNone/>
            </a:pPr>
            <a:r>
              <a:rPr lang="en-US" sz="1850">
                <a:latin typeface="Times New Roman" panose="02020603050405020304" charset="0"/>
                <a:cs typeface="Times New Roman" panose="02020603050405020304" charset="0"/>
              </a:rPr>
              <a:t>Check valid HTML scripts and remove unsafe scripts</a:t>
            </a:r>
            <a:endParaRPr lang="en-US" sz="185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+mj-lt"/>
              <a:buNone/>
            </a:pPr>
            <a:r>
              <a:rPr lang="en-US" sz="1850">
                <a:latin typeface="Times New Roman" panose="02020603050405020304" charset="0"/>
                <a:cs typeface="Times New Roman" panose="02020603050405020304" charset="0"/>
              </a:rPr>
              <a:t>Ensure required tags exist</a:t>
            </a:r>
            <a:endParaRPr lang="en-US" sz="185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+mj-lt"/>
              <a:buNone/>
            </a:pPr>
            <a:endParaRPr 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+mj-lt"/>
              <a:buNone/>
            </a:pPr>
            <a:r>
              <a:rPr lang="en-US" sz="2000">
                <a:latin typeface="Times New Roman" panose="02020603050405020304" charset="0"/>
                <a:cs typeface="Times New Roman" panose="02020603050405020304" charset="0"/>
              </a:rPr>
              <a:t>4.  Executor (Tool/API call):</a:t>
            </a:r>
            <a:endParaRPr 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+mj-lt"/>
              <a:buNone/>
            </a:pPr>
            <a:r>
              <a:rPr lang="en-US" sz="1850">
                <a:latin typeface="Times New Roman" panose="02020603050405020304" charset="0"/>
                <a:cs typeface="Times New Roman" panose="02020603050405020304" charset="0"/>
              </a:rPr>
              <a:t>Save HTML/CSS files</a:t>
            </a:r>
            <a:endParaRPr lang="en-US" sz="185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+mj-lt"/>
              <a:buNone/>
            </a:pPr>
            <a:r>
              <a:rPr lang="en-US" sz="1850">
                <a:latin typeface="Times New Roman" panose="02020603050405020304" charset="0"/>
                <a:cs typeface="Times New Roman" panose="02020603050405020304" charset="0"/>
              </a:rPr>
              <a:t>Package as downloadable as ZIP</a:t>
            </a:r>
            <a:endParaRPr lang="en-US" sz="185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+mj-lt"/>
              <a:buNone/>
            </a:pPr>
            <a:endParaRPr lang="en-US" sz="185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41935"/>
            <a:ext cx="10515600" cy="671195"/>
          </a:xfrm>
        </p:spPr>
        <p:txBody>
          <a:bodyPr/>
          <a:p>
            <a:pPr algn="ctr"/>
            <a:r>
              <a:rPr lang="en-US" sz="3200">
                <a:latin typeface="Times New Roman" panose="02020603050405020304" charset="0"/>
                <a:cs typeface="Times New Roman" panose="02020603050405020304" charset="0"/>
              </a:rPr>
              <a:t>Tools, Safety, Examples and Risks</a:t>
            </a:r>
            <a:endParaRPr lang="en-US"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91870"/>
            <a:ext cx="10515600" cy="5677535"/>
          </a:xfrm>
        </p:spPr>
        <p:txBody>
          <a:bodyPr>
            <a:normAutofit lnSpcReduction="20000"/>
          </a:bodyPr>
          <a:p>
            <a:pPr marL="0" indent="0">
              <a:buNone/>
            </a:pPr>
            <a:r>
              <a:rPr lang="en-US" sz="2000">
                <a:latin typeface="Times New Roman" panose="02020603050405020304" charset="0"/>
                <a:cs typeface="Times New Roman" panose="02020603050405020304" charset="0"/>
              </a:rPr>
              <a:t>1.  Planned Tools and API: </a:t>
            </a:r>
            <a:endParaRPr 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1850">
                <a:latin typeface="Times New Roman" panose="02020603050405020304" charset="0"/>
                <a:cs typeface="Times New Roman" panose="02020603050405020304" charset="0"/>
              </a:rPr>
              <a:t>OpenAI API (Planner and Generator)</a:t>
            </a:r>
            <a:endParaRPr lang="en-US" sz="185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1850">
                <a:latin typeface="Times New Roman" panose="02020603050405020304" charset="0"/>
                <a:cs typeface="Times New Roman" panose="02020603050405020304" charset="0"/>
              </a:rPr>
              <a:t>Python file handling system</a:t>
            </a:r>
            <a:endParaRPr lang="en-US" sz="185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1850">
                <a:latin typeface="Times New Roman" panose="02020603050405020304" charset="0"/>
                <a:cs typeface="Times New Roman" panose="02020603050405020304" charset="0"/>
              </a:rPr>
              <a:t>HTML/CSS validation libraries</a:t>
            </a:r>
            <a:endParaRPr lang="en-US" sz="185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sz="185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2000">
                <a:latin typeface="Times New Roman" panose="02020603050405020304" charset="0"/>
                <a:cs typeface="Times New Roman" panose="02020603050405020304" charset="0"/>
              </a:rPr>
              <a:t>2.  Validation and safety:</a:t>
            </a:r>
            <a:endParaRPr 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1850">
                <a:latin typeface="Times New Roman" panose="02020603050405020304" charset="0"/>
                <a:cs typeface="Times New Roman" panose="02020603050405020304" charset="0"/>
              </a:rPr>
              <a:t>Remove unsafe &lt;script&gt; tags</a:t>
            </a:r>
            <a:endParaRPr lang="en-US" sz="185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1850">
                <a:latin typeface="Times New Roman" panose="02020603050405020304" charset="0"/>
                <a:cs typeface="Times New Roman" panose="02020603050405020304" charset="0"/>
              </a:rPr>
              <a:t>Enforce correct HTML structure</a:t>
            </a:r>
            <a:endParaRPr lang="en-US" sz="185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1850">
                <a:latin typeface="Times New Roman" panose="02020603050405020304" charset="0"/>
                <a:cs typeface="Times New Roman" panose="02020603050405020304" charset="0"/>
              </a:rPr>
              <a:t>Limit file size</a:t>
            </a:r>
            <a:endParaRPr lang="en-US" sz="185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sz="185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2000">
                <a:latin typeface="Times New Roman" panose="02020603050405020304" charset="0"/>
                <a:cs typeface="Times New Roman" panose="02020603050405020304" charset="0"/>
              </a:rPr>
              <a:t>3.  Example of Prompt:</a:t>
            </a:r>
            <a:endParaRPr 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1850">
                <a:latin typeface="Times New Roman" panose="02020603050405020304" charset="0"/>
                <a:cs typeface="Times New Roman" panose="02020603050405020304" charset="0"/>
              </a:rPr>
              <a:t>Generate a restaurant homepage with menu section</a:t>
            </a:r>
            <a:endParaRPr lang="en-US" sz="185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sz="185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2000">
                <a:latin typeface="Times New Roman" panose="02020603050405020304" charset="0"/>
                <a:cs typeface="Times New Roman" panose="02020603050405020304" charset="0"/>
              </a:rPr>
              <a:t>4.  Risks and Challenges</a:t>
            </a:r>
            <a:endParaRPr 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1850">
                <a:latin typeface="Times New Roman" panose="02020603050405020304" charset="0"/>
                <a:cs typeface="Times New Roman" panose="02020603050405020304" charset="0"/>
              </a:rPr>
              <a:t>Broken HTML/CSS generation</a:t>
            </a:r>
            <a:endParaRPr lang="en-US" sz="185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1850">
                <a:latin typeface="Times New Roman" panose="02020603050405020304" charset="0"/>
                <a:cs typeface="Times New Roman" panose="02020603050405020304" charset="0"/>
              </a:rPr>
              <a:t>Complex or ambiguous user requests</a:t>
            </a:r>
            <a:endParaRPr lang="en-US" sz="185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1850">
                <a:latin typeface="Times New Roman" panose="02020603050405020304" charset="0"/>
                <a:cs typeface="Times New Roman" panose="02020603050405020304" charset="0"/>
              </a:rPr>
              <a:t>Responsive design inconsistencies</a:t>
            </a:r>
            <a:endParaRPr lang="en-US" sz="185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sz="185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449195"/>
            <a:ext cx="10515600" cy="1325563"/>
          </a:xfrm>
        </p:spPr>
        <p:txBody>
          <a:bodyPr/>
          <a:p>
            <a:pPr algn="ctr"/>
            <a:r>
              <a:rPr lang="en-US" b="1"/>
              <a:t>Thank You!</a:t>
            </a:r>
            <a:endParaRPr lang="en-US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1096</Words>
  <Application>WPS Presentation</Application>
  <PresentationFormat>Widescreen</PresentationFormat>
  <Paragraphs>56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KIIT</dc:creator>
  <cp:lastModifiedBy>830_SMRUTI ANWESHA</cp:lastModifiedBy>
  <cp:revision>5</cp:revision>
  <dcterms:created xsi:type="dcterms:W3CDTF">2025-07-23T00:59:00Z</dcterms:created>
  <dcterms:modified xsi:type="dcterms:W3CDTF">2026-02-17T03:53:14Z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1033-12.2.0.23196</vt:lpwstr>
  </property>
</Properties>
</file>